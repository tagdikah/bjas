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L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70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ECC61-319A-0149-619F-458CB2DE037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LS"/>
          </a:p>
        </p:txBody>
      </p:sp>
      <p:sp>
        <p:nvSpPr>
          <p:cNvPr id="3" name="Subtitle 2">
            <a:extLst>
              <a:ext uri="{FF2B5EF4-FFF2-40B4-BE49-F238E27FC236}">
                <a16:creationId xmlns:a16="http://schemas.microsoft.com/office/drawing/2014/main" id="{DA835328-C2B0-E4B4-05A6-B41807E6D3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LS"/>
          </a:p>
        </p:txBody>
      </p:sp>
      <p:sp>
        <p:nvSpPr>
          <p:cNvPr id="4" name="Date Placeholder 3">
            <a:extLst>
              <a:ext uri="{FF2B5EF4-FFF2-40B4-BE49-F238E27FC236}">
                <a16:creationId xmlns:a16="http://schemas.microsoft.com/office/drawing/2014/main" id="{D655CA9C-BE6A-DC05-21AC-BBDEE95D2201}"/>
              </a:ext>
            </a:extLst>
          </p:cNvPr>
          <p:cNvSpPr>
            <a:spLocks noGrp="1"/>
          </p:cNvSpPr>
          <p:nvPr>
            <p:ph type="dt" sz="half" idx="10"/>
          </p:nvPr>
        </p:nvSpPr>
        <p:spPr/>
        <p:txBody>
          <a:bodyPr/>
          <a:lstStyle/>
          <a:p>
            <a:fld id="{12EA73D4-5DD1-4391-9968-3F85A1CBA1AE}" type="datetimeFigureOut">
              <a:rPr lang="en-LS" smtClean="0"/>
              <a:t>23/03/2026</a:t>
            </a:fld>
            <a:endParaRPr lang="en-LS"/>
          </a:p>
        </p:txBody>
      </p:sp>
      <p:sp>
        <p:nvSpPr>
          <p:cNvPr id="5" name="Footer Placeholder 4">
            <a:extLst>
              <a:ext uri="{FF2B5EF4-FFF2-40B4-BE49-F238E27FC236}">
                <a16:creationId xmlns:a16="http://schemas.microsoft.com/office/drawing/2014/main" id="{F9402AF0-85B2-0511-24FD-31AD1A761AFB}"/>
              </a:ext>
            </a:extLst>
          </p:cNvPr>
          <p:cNvSpPr>
            <a:spLocks noGrp="1"/>
          </p:cNvSpPr>
          <p:nvPr>
            <p:ph type="ftr" sz="quarter" idx="11"/>
          </p:nvPr>
        </p:nvSpPr>
        <p:spPr/>
        <p:txBody>
          <a:bodyPr/>
          <a:lstStyle/>
          <a:p>
            <a:endParaRPr lang="en-LS"/>
          </a:p>
        </p:txBody>
      </p:sp>
      <p:sp>
        <p:nvSpPr>
          <p:cNvPr id="6" name="Slide Number Placeholder 5">
            <a:extLst>
              <a:ext uri="{FF2B5EF4-FFF2-40B4-BE49-F238E27FC236}">
                <a16:creationId xmlns:a16="http://schemas.microsoft.com/office/drawing/2014/main" id="{33454510-FA1A-0DD8-2891-A34748A05339}"/>
              </a:ext>
            </a:extLst>
          </p:cNvPr>
          <p:cNvSpPr>
            <a:spLocks noGrp="1"/>
          </p:cNvSpPr>
          <p:nvPr>
            <p:ph type="sldNum" sz="quarter" idx="12"/>
          </p:nvPr>
        </p:nvSpPr>
        <p:spPr/>
        <p:txBody>
          <a:bodyPr/>
          <a:lstStyle/>
          <a:p>
            <a:fld id="{2BEC3AD5-030F-48CB-94CD-3A4DACA13439}" type="slidenum">
              <a:rPr lang="en-LS" smtClean="0"/>
              <a:t>‹#›</a:t>
            </a:fld>
            <a:endParaRPr lang="en-LS"/>
          </a:p>
        </p:txBody>
      </p:sp>
    </p:spTree>
    <p:extLst>
      <p:ext uri="{BB962C8B-B14F-4D97-AF65-F5344CB8AC3E}">
        <p14:creationId xmlns:p14="http://schemas.microsoft.com/office/powerpoint/2010/main" val="1429312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8C2DE-738E-4239-9B40-AA5A5A763610}"/>
              </a:ext>
            </a:extLst>
          </p:cNvPr>
          <p:cNvSpPr>
            <a:spLocks noGrp="1"/>
          </p:cNvSpPr>
          <p:nvPr>
            <p:ph type="title"/>
          </p:nvPr>
        </p:nvSpPr>
        <p:spPr/>
        <p:txBody>
          <a:bodyPr/>
          <a:lstStyle/>
          <a:p>
            <a:r>
              <a:rPr lang="en-US"/>
              <a:t>Click to edit Master title style</a:t>
            </a:r>
            <a:endParaRPr lang="en-LS"/>
          </a:p>
        </p:txBody>
      </p:sp>
      <p:sp>
        <p:nvSpPr>
          <p:cNvPr id="3" name="Content Placeholder 2">
            <a:extLst>
              <a:ext uri="{FF2B5EF4-FFF2-40B4-BE49-F238E27FC236}">
                <a16:creationId xmlns:a16="http://schemas.microsoft.com/office/drawing/2014/main" id="{BB2650B1-50B7-3B00-6D7F-DB57F544F72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S"/>
          </a:p>
        </p:txBody>
      </p:sp>
      <p:sp>
        <p:nvSpPr>
          <p:cNvPr id="4" name="Date Placeholder 3">
            <a:extLst>
              <a:ext uri="{FF2B5EF4-FFF2-40B4-BE49-F238E27FC236}">
                <a16:creationId xmlns:a16="http://schemas.microsoft.com/office/drawing/2014/main" id="{44A6DD63-37D3-93DD-F297-802ADD02966F}"/>
              </a:ext>
            </a:extLst>
          </p:cNvPr>
          <p:cNvSpPr>
            <a:spLocks noGrp="1"/>
          </p:cNvSpPr>
          <p:nvPr>
            <p:ph type="dt" sz="half" idx="10"/>
          </p:nvPr>
        </p:nvSpPr>
        <p:spPr/>
        <p:txBody>
          <a:bodyPr/>
          <a:lstStyle/>
          <a:p>
            <a:fld id="{12EA73D4-5DD1-4391-9968-3F85A1CBA1AE}" type="datetimeFigureOut">
              <a:rPr lang="en-LS" smtClean="0"/>
              <a:t>23/03/2026</a:t>
            </a:fld>
            <a:endParaRPr lang="en-LS"/>
          </a:p>
        </p:txBody>
      </p:sp>
      <p:sp>
        <p:nvSpPr>
          <p:cNvPr id="5" name="Footer Placeholder 4">
            <a:extLst>
              <a:ext uri="{FF2B5EF4-FFF2-40B4-BE49-F238E27FC236}">
                <a16:creationId xmlns:a16="http://schemas.microsoft.com/office/drawing/2014/main" id="{61888ED6-1B55-EE60-F68B-553443D6D3F2}"/>
              </a:ext>
            </a:extLst>
          </p:cNvPr>
          <p:cNvSpPr>
            <a:spLocks noGrp="1"/>
          </p:cNvSpPr>
          <p:nvPr>
            <p:ph type="ftr" sz="quarter" idx="11"/>
          </p:nvPr>
        </p:nvSpPr>
        <p:spPr/>
        <p:txBody>
          <a:bodyPr/>
          <a:lstStyle/>
          <a:p>
            <a:endParaRPr lang="en-LS"/>
          </a:p>
        </p:txBody>
      </p:sp>
      <p:sp>
        <p:nvSpPr>
          <p:cNvPr id="6" name="Slide Number Placeholder 5">
            <a:extLst>
              <a:ext uri="{FF2B5EF4-FFF2-40B4-BE49-F238E27FC236}">
                <a16:creationId xmlns:a16="http://schemas.microsoft.com/office/drawing/2014/main" id="{8E481E59-504A-B6B7-403E-E610C893D8CD}"/>
              </a:ext>
            </a:extLst>
          </p:cNvPr>
          <p:cNvSpPr>
            <a:spLocks noGrp="1"/>
          </p:cNvSpPr>
          <p:nvPr>
            <p:ph type="sldNum" sz="quarter" idx="12"/>
          </p:nvPr>
        </p:nvSpPr>
        <p:spPr/>
        <p:txBody>
          <a:bodyPr/>
          <a:lstStyle/>
          <a:p>
            <a:fld id="{2BEC3AD5-030F-48CB-94CD-3A4DACA13439}" type="slidenum">
              <a:rPr lang="en-LS" smtClean="0"/>
              <a:t>‹#›</a:t>
            </a:fld>
            <a:endParaRPr lang="en-LS"/>
          </a:p>
        </p:txBody>
      </p:sp>
    </p:spTree>
    <p:extLst>
      <p:ext uri="{BB962C8B-B14F-4D97-AF65-F5344CB8AC3E}">
        <p14:creationId xmlns:p14="http://schemas.microsoft.com/office/powerpoint/2010/main" val="643432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DD4BC-011E-3085-E464-08FDA7CE51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LS"/>
          </a:p>
        </p:txBody>
      </p:sp>
      <p:sp>
        <p:nvSpPr>
          <p:cNvPr id="3" name="Text Placeholder 2">
            <a:extLst>
              <a:ext uri="{FF2B5EF4-FFF2-40B4-BE49-F238E27FC236}">
                <a16:creationId xmlns:a16="http://schemas.microsoft.com/office/drawing/2014/main" id="{3646C549-7D71-1790-F02C-C215034098B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8298431-621C-416F-EAFB-10E4E8E8DF0B}"/>
              </a:ext>
            </a:extLst>
          </p:cNvPr>
          <p:cNvSpPr>
            <a:spLocks noGrp="1"/>
          </p:cNvSpPr>
          <p:nvPr>
            <p:ph type="dt" sz="half" idx="10"/>
          </p:nvPr>
        </p:nvSpPr>
        <p:spPr/>
        <p:txBody>
          <a:bodyPr/>
          <a:lstStyle/>
          <a:p>
            <a:fld id="{12EA73D4-5DD1-4391-9968-3F85A1CBA1AE}" type="datetimeFigureOut">
              <a:rPr lang="en-LS" smtClean="0"/>
              <a:t>23/03/2026</a:t>
            </a:fld>
            <a:endParaRPr lang="en-LS"/>
          </a:p>
        </p:txBody>
      </p:sp>
      <p:sp>
        <p:nvSpPr>
          <p:cNvPr id="5" name="Footer Placeholder 4">
            <a:extLst>
              <a:ext uri="{FF2B5EF4-FFF2-40B4-BE49-F238E27FC236}">
                <a16:creationId xmlns:a16="http://schemas.microsoft.com/office/drawing/2014/main" id="{7741D575-19C3-9A57-AC08-BABA55197A24}"/>
              </a:ext>
            </a:extLst>
          </p:cNvPr>
          <p:cNvSpPr>
            <a:spLocks noGrp="1"/>
          </p:cNvSpPr>
          <p:nvPr>
            <p:ph type="ftr" sz="quarter" idx="11"/>
          </p:nvPr>
        </p:nvSpPr>
        <p:spPr/>
        <p:txBody>
          <a:bodyPr/>
          <a:lstStyle/>
          <a:p>
            <a:endParaRPr lang="en-LS"/>
          </a:p>
        </p:txBody>
      </p:sp>
      <p:sp>
        <p:nvSpPr>
          <p:cNvPr id="6" name="Slide Number Placeholder 5">
            <a:extLst>
              <a:ext uri="{FF2B5EF4-FFF2-40B4-BE49-F238E27FC236}">
                <a16:creationId xmlns:a16="http://schemas.microsoft.com/office/drawing/2014/main" id="{F0C4FD94-B7FF-CDC6-11D7-E77DD32A3255}"/>
              </a:ext>
            </a:extLst>
          </p:cNvPr>
          <p:cNvSpPr>
            <a:spLocks noGrp="1"/>
          </p:cNvSpPr>
          <p:nvPr>
            <p:ph type="sldNum" sz="quarter" idx="12"/>
          </p:nvPr>
        </p:nvSpPr>
        <p:spPr/>
        <p:txBody>
          <a:bodyPr/>
          <a:lstStyle/>
          <a:p>
            <a:fld id="{2BEC3AD5-030F-48CB-94CD-3A4DACA13439}" type="slidenum">
              <a:rPr lang="en-LS" smtClean="0"/>
              <a:t>‹#›</a:t>
            </a:fld>
            <a:endParaRPr lang="en-LS"/>
          </a:p>
        </p:txBody>
      </p:sp>
    </p:spTree>
    <p:extLst>
      <p:ext uri="{BB962C8B-B14F-4D97-AF65-F5344CB8AC3E}">
        <p14:creationId xmlns:p14="http://schemas.microsoft.com/office/powerpoint/2010/main" val="23452907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59454-924C-C312-C35B-E164B946DC6B}"/>
              </a:ext>
            </a:extLst>
          </p:cNvPr>
          <p:cNvSpPr>
            <a:spLocks noGrp="1"/>
          </p:cNvSpPr>
          <p:nvPr>
            <p:ph type="title"/>
          </p:nvPr>
        </p:nvSpPr>
        <p:spPr/>
        <p:txBody>
          <a:bodyPr/>
          <a:lstStyle/>
          <a:p>
            <a:r>
              <a:rPr lang="en-US"/>
              <a:t>Click to edit Master title style</a:t>
            </a:r>
            <a:endParaRPr lang="en-LS"/>
          </a:p>
        </p:txBody>
      </p:sp>
      <p:sp>
        <p:nvSpPr>
          <p:cNvPr id="3" name="Content Placeholder 2">
            <a:extLst>
              <a:ext uri="{FF2B5EF4-FFF2-40B4-BE49-F238E27FC236}">
                <a16:creationId xmlns:a16="http://schemas.microsoft.com/office/drawing/2014/main" id="{CE1356C3-6F42-A098-81FA-8107467A4F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S"/>
          </a:p>
        </p:txBody>
      </p:sp>
      <p:sp>
        <p:nvSpPr>
          <p:cNvPr id="4" name="Content Placeholder 3">
            <a:extLst>
              <a:ext uri="{FF2B5EF4-FFF2-40B4-BE49-F238E27FC236}">
                <a16:creationId xmlns:a16="http://schemas.microsoft.com/office/drawing/2014/main" id="{9DA023DD-8403-ED0B-757F-B7CACBB7080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S"/>
          </a:p>
        </p:txBody>
      </p:sp>
      <p:sp>
        <p:nvSpPr>
          <p:cNvPr id="5" name="Date Placeholder 4">
            <a:extLst>
              <a:ext uri="{FF2B5EF4-FFF2-40B4-BE49-F238E27FC236}">
                <a16:creationId xmlns:a16="http://schemas.microsoft.com/office/drawing/2014/main" id="{68F909F7-7252-AE6C-4532-3D1FB07B32F5}"/>
              </a:ext>
            </a:extLst>
          </p:cNvPr>
          <p:cNvSpPr>
            <a:spLocks noGrp="1"/>
          </p:cNvSpPr>
          <p:nvPr>
            <p:ph type="dt" sz="half" idx="10"/>
          </p:nvPr>
        </p:nvSpPr>
        <p:spPr/>
        <p:txBody>
          <a:bodyPr/>
          <a:lstStyle/>
          <a:p>
            <a:fld id="{12EA73D4-5DD1-4391-9968-3F85A1CBA1AE}" type="datetimeFigureOut">
              <a:rPr lang="en-LS" smtClean="0"/>
              <a:t>23/03/2026</a:t>
            </a:fld>
            <a:endParaRPr lang="en-LS"/>
          </a:p>
        </p:txBody>
      </p:sp>
      <p:sp>
        <p:nvSpPr>
          <p:cNvPr id="6" name="Footer Placeholder 5">
            <a:extLst>
              <a:ext uri="{FF2B5EF4-FFF2-40B4-BE49-F238E27FC236}">
                <a16:creationId xmlns:a16="http://schemas.microsoft.com/office/drawing/2014/main" id="{52A85732-BEA4-EBF2-4BC9-E340B1B31AFA}"/>
              </a:ext>
            </a:extLst>
          </p:cNvPr>
          <p:cNvSpPr>
            <a:spLocks noGrp="1"/>
          </p:cNvSpPr>
          <p:nvPr>
            <p:ph type="ftr" sz="quarter" idx="11"/>
          </p:nvPr>
        </p:nvSpPr>
        <p:spPr/>
        <p:txBody>
          <a:bodyPr/>
          <a:lstStyle/>
          <a:p>
            <a:endParaRPr lang="en-LS"/>
          </a:p>
        </p:txBody>
      </p:sp>
      <p:sp>
        <p:nvSpPr>
          <p:cNvPr id="7" name="Slide Number Placeholder 6">
            <a:extLst>
              <a:ext uri="{FF2B5EF4-FFF2-40B4-BE49-F238E27FC236}">
                <a16:creationId xmlns:a16="http://schemas.microsoft.com/office/drawing/2014/main" id="{97F64A9D-C0DE-186F-1BB1-45F77022BA84}"/>
              </a:ext>
            </a:extLst>
          </p:cNvPr>
          <p:cNvSpPr>
            <a:spLocks noGrp="1"/>
          </p:cNvSpPr>
          <p:nvPr>
            <p:ph type="sldNum" sz="quarter" idx="12"/>
          </p:nvPr>
        </p:nvSpPr>
        <p:spPr/>
        <p:txBody>
          <a:bodyPr/>
          <a:lstStyle/>
          <a:p>
            <a:fld id="{2BEC3AD5-030F-48CB-94CD-3A4DACA13439}" type="slidenum">
              <a:rPr lang="en-LS" smtClean="0"/>
              <a:t>‹#›</a:t>
            </a:fld>
            <a:endParaRPr lang="en-LS"/>
          </a:p>
        </p:txBody>
      </p:sp>
    </p:spTree>
    <p:extLst>
      <p:ext uri="{BB962C8B-B14F-4D97-AF65-F5344CB8AC3E}">
        <p14:creationId xmlns:p14="http://schemas.microsoft.com/office/powerpoint/2010/main" val="22393051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C2776-E84A-A86F-33B9-93E7BC19CFA6}"/>
              </a:ext>
            </a:extLst>
          </p:cNvPr>
          <p:cNvSpPr>
            <a:spLocks noGrp="1"/>
          </p:cNvSpPr>
          <p:nvPr>
            <p:ph type="title"/>
          </p:nvPr>
        </p:nvSpPr>
        <p:spPr>
          <a:xfrm>
            <a:off x="839788" y="365125"/>
            <a:ext cx="10515600" cy="1325563"/>
          </a:xfrm>
        </p:spPr>
        <p:txBody>
          <a:bodyPr/>
          <a:lstStyle/>
          <a:p>
            <a:r>
              <a:rPr lang="en-US"/>
              <a:t>Click to edit Master title style</a:t>
            </a:r>
            <a:endParaRPr lang="en-LS"/>
          </a:p>
        </p:txBody>
      </p:sp>
      <p:sp>
        <p:nvSpPr>
          <p:cNvPr id="3" name="Text Placeholder 2">
            <a:extLst>
              <a:ext uri="{FF2B5EF4-FFF2-40B4-BE49-F238E27FC236}">
                <a16:creationId xmlns:a16="http://schemas.microsoft.com/office/drawing/2014/main" id="{40AB9EDA-4592-4853-E8F1-8F5EDFA975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0B8AD7E-117A-957A-126A-F43CB44DD7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S"/>
          </a:p>
        </p:txBody>
      </p:sp>
      <p:sp>
        <p:nvSpPr>
          <p:cNvPr id="5" name="Text Placeholder 4">
            <a:extLst>
              <a:ext uri="{FF2B5EF4-FFF2-40B4-BE49-F238E27FC236}">
                <a16:creationId xmlns:a16="http://schemas.microsoft.com/office/drawing/2014/main" id="{549C89F0-2705-0C5B-41FE-398F8BE6DD4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819512F-656C-9C0F-D5BB-AA61C50D8B3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S"/>
          </a:p>
        </p:txBody>
      </p:sp>
      <p:sp>
        <p:nvSpPr>
          <p:cNvPr id="7" name="Date Placeholder 6">
            <a:extLst>
              <a:ext uri="{FF2B5EF4-FFF2-40B4-BE49-F238E27FC236}">
                <a16:creationId xmlns:a16="http://schemas.microsoft.com/office/drawing/2014/main" id="{527F7D18-363B-1DC1-CDED-DBF8DD4A20BF}"/>
              </a:ext>
            </a:extLst>
          </p:cNvPr>
          <p:cNvSpPr>
            <a:spLocks noGrp="1"/>
          </p:cNvSpPr>
          <p:nvPr>
            <p:ph type="dt" sz="half" idx="10"/>
          </p:nvPr>
        </p:nvSpPr>
        <p:spPr/>
        <p:txBody>
          <a:bodyPr/>
          <a:lstStyle/>
          <a:p>
            <a:fld id="{12EA73D4-5DD1-4391-9968-3F85A1CBA1AE}" type="datetimeFigureOut">
              <a:rPr lang="en-LS" smtClean="0"/>
              <a:t>23/03/2026</a:t>
            </a:fld>
            <a:endParaRPr lang="en-LS"/>
          </a:p>
        </p:txBody>
      </p:sp>
      <p:sp>
        <p:nvSpPr>
          <p:cNvPr id="8" name="Footer Placeholder 7">
            <a:extLst>
              <a:ext uri="{FF2B5EF4-FFF2-40B4-BE49-F238E27FC236}">
                <a16:creationId xmlns:a16="http://schemas.microsoft.com/office/drawing/2014/main" id="{21B12236-EDD1-FC96-FEAA-4F0ACE898306}"/>
              </a:ext>
            </a:extLst>
          </p:cNvPr>
          <p:cNvSpPr>
            <a:spLocks noGrp="1"/>
          </p:cNvSpPr>
          <p:nvPr>
            <p:ph type="ftr" sz="quarter" idx="11"/>
          </p:nvPr>
        </p:nvSpPr>
        <p:spPr/>
        <p:txBody>
          <a:bodyPr/>
          <a:lstStyle/>
          <a:p>
            <a:endParaRPr lang="en-LS"/>
          </a:p>
        </p:txBody>
      </p:sp>
      <p:sp>
        <p:nvSpPr>
          <p:cNvPr id="9" name="Slide Number Placeholder 8">
            <a:extLst>
              <a:ext uri="{FF2B5EF4-FFF2-40B4-BE49-F238E27FC236}">
                <a16:creationId xmlns:a16="http://schemas.microsoft.com/office/drawing/2014/main" id="{8E5DC628-E4EF-098B-F582-FE66A2502D90}"/>
              </a:ext>
            </a:extLst>
          </p:cNvPr>
          <p:cNvSpPr>
            <a:spLocks noGrp="1"/>
          </p:cNvSpPr>
          <p:nvPr>
            <p:ph type="sldNum" sz="quarter" idx="12"/>
          </p:nvPr>
        </p:nvSpPr>
        <p:spPr/>
        <p:txBody>
          <a:bodyPr/>
          <a:lstStyle/>
          <a:p>
            <a:fld id="{2BEC3AD5-030F-48CB-94CD-3A4DACA13439}" type="slidenum">
              <a:rPr lang="en-LS" smtClean="0"/>
              <a:t>‹#›</a:t>
            </a:fld>
            <a:endParaRPr lang="en-LS"/>
          </a:p>
        </p:txBody>
      </p:sp>
    </p:spTree>
    <p:extLst>
      <p:ext uri="{BB962C8B-B14F-4D97-AF65-F5344CB8AC3E}">
        <p14:creationId xmlns:p14="http://schemas.microsoft.com/office/powerpoint/2010/main" val="35184371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1331C-6934-CB9D-7456-194A191AE1F5}"/>
              </a:ext>
            </a:extLst>
          </p:cNvPr>
          <p:cNvSpPr>
            <a:spLocks noGrp="1"/>
          </p:cNvSpPr>
          <p:nvPr>
            <p:ph type="title"/>
          </p:nvPr>
        </p:nvSpPr>
        <p:spPr/>
        <p:txBody>
          <a:bodyPr/>
          <a:lstStyle/>
          <a:p>
            <a:r>
              <a:rPr lang="en-US"/>
              <a:t>Click to edit Master title style</a:t>
            </a:r>
            <a:endParaRPr lang="en-LS"/>
          </a:p>
        </p:txBody>
      </p:sp>
      <p:sp>
        <p:nvSpPr>
          <p:cNvPr id="3" name="Date Placeholder 2">
            <a:extLst>
              <a:ext uri="{FF2B5EF4-FFF2-40B4-BE49-F238E27FC236}">
                <a16:creationId xmlns:a16="http://schemas.microsoft.com/office/drawing/2014/main" id="{DBFD00EB-0938-007B-21E3-A5AA471F8A9E}"/>
              </a:ext>
            </a:extLst>
          </p:cNvPr>
          <p:cNvSpPr>
            <a:spLocks noGrp="1"/>
          </p:cNvSpPr>
          <p:nvPr>
            <p:ph type="dt" sz="half" idx="10"/>
          </p:nvPr>
        </p:nvSpPr>
        <p:spPr/>
        <p:txBody>
          <a:bodyPr/>
          <a:lstStyle/>
          <a:p>
            <a:fld id="{12EA73D4-5DD1-4391-9968-3F85A1CBA1AE}" type="datetimeFigureOut">
              <a:rPr lang="en-LS" smtClean="0"/>
              <a:t>23/03/2026</a:t>
            </a:fld>
            <a:endParaRPr lang="en-LS"/>
          </a:p>
        </p:txBody>
      </p:sp>
      <p:sp>
        <p:nvSpPr>
          <p:cNvPr id="4" name="Footer Placeholder 3">
            <a:extLst>
              <a:ext uri="{FF2B5EF4-FFF2-40B4-BE49-F238E27FC236}">
                <a16:creationId xmlns:a16="http://schemas.microsoft.com/office/drawing/2014/main" id="{CA0D7B04-C791-9599-BB27-A8C2D7A7C6B4}"/>
              </a:ext>
            </a:extLst>
          </p:cNvPr>
          <p:cNvSpPr>
            <a:spLocks noGrp="1"/>
          </p:cNvSpPr>
          <p:nvPr>
            <p:ph type="ftr" sz="quarter" idx="11"/>
          </p:nvPr>
        </p:nvSpPr>
        <p:spPr/>
        <p:txBody>
          <a:bodyPr/>
          <a:lstStyle/>
          <a:p>
            <a:endParaRPr lang="en-LS"/>
          </a:p>
        </p:txBody>
      </p:sp>
      <p:sp>
        <p:nvSpPr>
          <p:cNvPr id="5" name="Slide Number Placeholder 4">
            <a:extLst>
              <a:ext uri="{FF2B5EF4-FFF2-40B4-BE49-F238E27FC236}">
                <a16:creationId xmlns:a16="http://schemas.microsoft.com/office/drawing/2014/main" id="{FF12ED1B-DE77-A235-8D12-8C3FBA68D2AC}"/>
              </a:ext>
            </a:extLst>
          </p:cNvPr>
          <p:cNvSpPr>
            <a:spLocks noGrp="1"/>
          </p:cNvSpPr>
          <p:nvPr>
            <p:ph type="sldNum" sz="quarter" idx="12"/>
          </p:nvPr>
        </p:nvSpPr>
        <p:spPr/>
        <p:txBody>
          <a:bodyPr/>
          <a:lstStyle/>
          <a:p>
            <a:fld id="{2BEC3AD5-030F-48CB-94CD-3A4DACA13439}" type="slidenum">
              <a:rPr lang="en-LS" smtClean="0"/>
              <a:t>‹#›</a:t>
            </a:fld>
            <a:endParaRPr lang="en-LS"/>
          </a:p>
        </p:txBody>
      </p:sp>
    </p:spTree>
    <p:extLst>
      <p:ext uri="{BB962C8B-B14F-4D97-AF65-F5344CB8AC3E}">
        <p14:creationId xmlns:p14="http://schemas.microsoft.com/office/powerpoint/2010/main" val="18294968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877CA7-48FA-5013-F5E3-6C5224416FF6}"/>
              </a:ext>
            </a:extLst>
          </p:cNvPr>
          <p:cNvSpPr>
            <a:spLocks noGrp="1"/>
          </p:cNvSpPr>
          <p:nvPr>
            <p:ph type="dt" sz="half" idx="10"/>
          </p:nvPr>
        </p:nvSpPr>
        <p:spPr/>
        <p:txBody>
          <a:bodyPr/>
          <a:lstStyle/>
          <a:p>
            <a:fld id="{12EA73D4-5DD1-4391-9968-3F85A1CBA1AE}" type="datetimeFigureOut">
              <a:rPr lang="en-LS" smtClean="0"/>
              <a:t>23/03/2026</a:t>
            </a:fld>
            <a:endParaRPr lang="en-LS"/>
          </a:p>
        </p:txBody>
      </p:sp>
      <p:sp>
        <p:nvSpPr>
          <p:cNvPr id="3" name="Footer Placeholder 2">
            <a:extLst>
              <a:ext uri="{FF2B5EF4-FFF2-40B4-BE49-F238E27FC236}">
                <a16:creationId xmlns:a16="http://schemas.microsoft.com/office/drawing/2014/main" id="{8C35F9C8-05E3-1C7A-5D4E-CDA262D6225D}"/>
              </a:ext>
            </a:extLst>
          </p:cNvPr>
          <p:cNvSpPr>
            <a:spLocks noGrp="1"/>
          </p:cNvSpPr>
          <p:nvPr>
            <p:ph type="ftr" sz="quarter" idx="11"/>
          </p:nvPr>
        </p:nvSpPr>
        <p:spPr/>
        <p:txBody>
          <a:bodyPr/>
          <a:lstStyle/>
          <a:p>
            <a:endParaRPr lang="en-LS"/>
          </a:p>
        </p:txBody>
      </p:sp>
      <p:sp>
        <p:nvSpPr>
          <p:cNvPr id="4" name="Slide Number Placeholder 3">
            <a:extLst>
              <a:ext uri="{FF2B5EF4-FFF2-40B4-BE49-F238E27FC236}">
                <a16:creationId xmlns:a16="http://schemas.microsoft.com/office/drawing/2014/main" id="{4496D099-0F89-C771-5FDA-53776E643E6B}"/>
              </a:ext>
            </a:extLst>
          </p:cNvPr>
          <p:cNvSpPr>
            <a:spLocks noGrp="1"/>
          </p:cNvSpPr>
          <p:nvPr>
            <p:ph type="sldNum" sz="quarter" idx="12"/>
          </p:nvPr>
        </p:nvSpPr>
        <p:spPr/>
        <p:txBody>
          <a:bodyPr/>
          <a:lstStyle/>
          <a:p>
            <a:fld id="{2BEC3AD5-030F-48CB-94CD-3A4DACA13439}" type="slidenum">
              <a:rPr lang="en-LS" smtClean="0"/>
              <a:t>‹#›</a:t>
            </a:fld>
            <a:endParaRPr lang="en-LS"/>
          </a:p>
        </p:txBody>
      </p:sp>
    </p:spTree>
    <p:extLst>
      <p:ext uri="{BB962C8B-B14F-4D97-AF65-F5344CB8AC3E}">
        <p14:creationId xmlns:p14="http://schemas.microsoft.com/office/powerpoint/2010/main" val="19769008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D2AFF-3219-E58F-FDA1-00214D4E3D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LS"/>
          </a:p>
        </p:txBody>
      </p:sp>
      <p:sp>
        <p:nvSpPr>
          <p:cNvPr id="3" name="Content Placeholder 2">
            <a:extLst>
              <a:ext uri="{FF2B5EF4-FFF2-40B4-BE49-F238E27FC236}">
                <a16:creationId xmlns:a16="http://schemas.microsoft.com/office/drawing/2014/main" id="{9DAE83E8-60DD-7939-B1B6-A2FAFAAEAD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S"/>
          </a:p>
        </p:txBody>
      </p:sp>
      <p:sp>
        <p:nvSpPr>
          <p:cNvPr id="4" name="Text Placeholder 3">
            <a:extLst>
              <a:ext uri="{FF2B5EF4-FFF2-40B4-BE49-F238E27FC236}">
                <a16:creationId xmlns:a16="http://schemas.microsoft.com/office/drawing/2014/main" id="{D61E568B-6620-D32B-3B89-04F862B1DD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2E7EF8-919E-47B7-0A3A-CC0B0DC21A87}"/>
              </a:ext>
            </a:extLst>
          </p:cNvPr>
          <p:cNvSpPr>
            <a:spLocks noGrp="1"/>
          </p:cNvSpPr>
          <p:nvPr>
            <p:ph type="dt" sz="half" idx="10"/>
          </p:nvPr>
        </p:nvSpPr>
        <p:spPr/>
        <p:txBody>
          <a:bodyPr/>
          <a:lstStyle/>
          <a:p>
            <a:fld id="{12EA73D4-5DD1-4391-9968-3F85A1CBA1AE}" type="datetimeFigureOut">
              <a:rPr lang="en-LS" smtClean="0"/>
              <a:t>23/03/2026</a:t>
            </a:fld>
            <a:endParaRPr lang="en-LS"/>
          </a:p>
        </p:txBody>
      </p:sp>
      <p:sp>
        <p:nvSpPr>
          <p:cNvPr id="6" name="Footer Placeholder 5">
            <a:extLst>
              <a:ext uri="{FF2B5EF4-FFF2-40B4-BE49-F238E27FC236}">
                <a16:creationId xmlns:a16="http://schemas.microsoft.com/office/drawing/2014/main" id="{D739BEA1-CB1A-9E75-85E2-1B26613DD3EE}"/>
              </a:ext>
            </a:extLst>
          </p:cNvPr>
          <p:cNvSpPr>
            <a:spLocks noGrp="1"/>
          </p:cNvSpPr>
          <p:nvPr>
            <p:ph type="ftr" sz="quarter" idx="11"/>
          </p:nvPr>
        </p:nvSpPr>
        <p:spPr/>
        <p:txBody>
          <a:bodyPr/>
          <a:lstStyle/>
          <a:p>
            <a:endParaRPr lang="en-LS"/>
          </a:p>
        </p:txBody>
      </p:sp>
      <p:sp>
        <p:nvSpPr>
          <p:cNvPr id="7" name="Slide Number Placeholder 6">
            <a:extLst>
              <a:ext uri="{FF2B5EF4-FFF2-40B4-BE49-F238E27FC236}">
                <a16:creationId xmlns:a16="http://schemas.microsoft.com/office/drawing/2014/main" id="{C5BAEF4C-603A-5F95-0DDA-7C113B486E47}"/>
              </a:ext>
            </a:extLst>
          </p:cNvPr>
          <p:cNvSpPr>
            <a:spLocks noGrp="1"/>
          </p:cNvSpPr>
          <p:nvPr>
            <p:ph type="sldNum" sz="quarter" idx="12"/>
          </p:nvPr>
        </p:nvSpPr>
        <p:spPr/>
        <p:txBody>
          <a:bodyPr/>
          <a:lstStyle/>
          <a:p>
            <a:fld id="{2BEC3AD5-030F-48CB-94CD-3A4DACA13439}" type="slidenum">
              <a:rPr lang="en-LS" smtClean="0"/>
              <a:t>‹#›</a:t>
            </a:fld>
            <a:endParaRPr lang="en-LS"/>
          </a:p>
        </p:txBody>
      </p:sp>
    </p:spTree>
    <p:extLst>
      <p:ext uri="{BB962C8B-B14F-4D97-AF65-F5344CB8AC3E}">
        <p14:creationId xmlns:p14="http://schemas.microsoft.com/office/powerpoint/2010/main" val="1476846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ACEF2-C3DB-8B51-9241-57833C0258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LS"/>
          </a:p>
        </p:txBody>
      </p:sp>
      <p:sp>
        <p:nvSpPr>
          <p:cNvPr id="3" name="Picture Placeholder 2">
            <a:extLst>
              <a:ext uri="{FF2B5EF4-FFF2-40B4-BE49-F238E27FC236}">
                <a16:creationId xmlns:a16="http://schemas.microsoft.com/office/drawing/2014/main" id="{802701D8-384B-2665-AA30-19EBB54824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LS"/>
          </a:p>
        </p:txBody>
      </p:sp>
      <p:sp>
        <p:nvSpPr>
          <p:cNvPr id="4" name="Text Placeholder 3">
            <a:extLst>
              <a:ext uri="{FF2B5EF4-FFF2-40B4-BE49-F238E27FC236}">
                <a16:creationId xmlns:a16="http://schemas.microsoft.com/office/drawing/2014/main" id="{5B04BB85-2379-84D5-4C63-BB3802C696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8F3C933-DB2E-C0AF-4B54-B372AF9636F8}"/>
              </a:ext>
            </a:extLst>
          </p:cNvPr>
          <p:cNvSpPr>
            <a:spLocks noGrp="1"/>
          </p:cNvSpPr>
          <p:nvPr>
            <p:ph type="dt" sz="half" idx="10"/>
          </p:nvPr>
        </p:nvSpPr>
        <p:spPr/>
        <p:txBody>
          <a:bodyPr/>
          <a:lstStyle/>
          <a:p>
            <a:fld id="{12EA73D4-5DD1-4391-9968-3F85A1CBA1AE}" type="datetimeFigureOut">
              <a:rPr lang="en-LS" smtClean="0"/>
              <a:t>23/03/2026</a:t>
            </a:fld>
            <a:endParaRPr lang="en-LS"/>
          </a:p>
        </p:txBody>
      </p:sp>
      <p:sp>
        <p:nvSpPr>
          <p:cNvPr id="6" name="Footer Placeholder 5">
            <a:extLst>
              <a:ext uri="{FF2B5EF4-FFF2-40B4-BE49-F238E27FC236}">
                <a16:creationId xmlns:a16="http://schemas.microsoft.com/office/drawing/2014/main" id="{8948019E-CD1B-A0AD-A1A2-3F68C657DD50}"/>
              </a:ext>
            </a:extLst>
          </p:cNvPr>
          <p:cNvSpPr>
            <a:spLocks noGrp="1"/>
          </p:cNvSpPr>
          <p:nvPr>
            <p:ph type="ftr" sz="quarter" idx="11"/>
          </p:nvPr>
        </p:nvSpPr>
        <p:spPr/>
        <p:txBody>
          <a:bodyPr/>
          <a:lstStyle/>
          <a:p>
            <a:endParaRPr lang="en-LS"/>
          </a:p>
        </p:txBody>
      </p:sp>
      <p:sp>
        <p:nvSpPr>
          <p:cNvPr id="7" name="Slide Number Placeholder 6">
            <a:extLst>
              <a:ext uri="{FF2B5EF4-FFF2-40B4-BE49-F238E27FC236}">
                <a16:creationId xmlns:a16="http://schemas.microsoft.com/office/drawing/2014/main" id="{9CAEE996-7F4B-002A-0954-82BA8A21F373}"/>
              </a:ext>
            </a:extLst>
          </p:cNvPr>
          <p:cNvSpPr>
            <a:spLocks noGrp="1"/>
          </p:cNvSpPr>
          <p:nvPr>
            <p:ph type="sldNum" sz="quarter" idx="12"/>
          </p:nvPr>
        </p:nvSpPr>
        <p:spPr/>
        <p:txBody>
          <a:bodyPr/>
          <a:lstStyle/>
          <a:p>
            <a:fld id="{2BEC3AD5-030F-48CB-94CD-3A4DACA13439}" type="slidenum">
              <a:rPr lang="en-LS" smtClean="0"/>
              <a:t>‹#›</a:t>
            </a:fld>
            <a:endParaRPr lang="en-LS"/>
          </a:p>
        </p:txBody>
      </p:sp>
    </p:spTree>
    <p:extLst>
      <p:ext uri="{BB962C8B-B14F-4D97-AF65-F5344CB8AC3E}">
        <p14:creationId xmlns:p14="http://schemas.microsoft.com/office/powerpoint/2010/main" val="537445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8F03C-4CB6-FA48-29FF-F4BAF29D7961}"/>
              </a:ext>
            </a:extLst>
          </p:cNvPr>
          <p:cNvSpPr>
            <a:spLocks noGrp="1"/>
          </p:cNvSpPr>
          <p:nvPr>
            <p:ph type="title"/>
          </p:nvPr>
        </p:nvSpPr>
        <p:spPr/>
        <p:txBody>
          <a:bodyPr/>
          <a:lstStyle/>
          <a:p>
            <a:r>
              <a:rPr lang="en-US"/>
              <a:t>Click to edit Master title style</a:t>
            </a:r>
            <a:endParaRPr lang="en-LS"/>
          </a:p>
        </p:txBody>
      </p:sp>
      <p:sp>
        <p:nvSpPr>
          <p:cNvPr id="3" name="Vertical Text Placeholder 2">
            <a:extLst>
              <a:ext uri="{FF2B5EF4-FFF2-40B4-BE49-F238E27FC236}">
                <a16:creationId xmlns:a16="http://schemas.microsoft.com/office/drawing/2014/main" id="{54B56C52-D69A-5517-BD65-C0B5B3A602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S"/>
          </a:p>
        </p:txBody>
      </p:sp>
      <p:sp>
        <p:nvSpPr>
          <p:cNvPr id="4" name="Date Placeholder 3">
            <a:extLst>
              <a:ext uri="{FF2B5EF4-FFF2-40B4-BE49-F238E27FC236}">
                <a16:creationId xmlns:a16="http://schemas.microsoft.com/office/drawing/2014/main" id="{BA5C7680-7529-978C-4744-CC70A47F2214}"/>
              </a:ext>
            </a:extLst>
          </p:cNvPr>
          <p:cNvSpPr>
            <a:spLocks noGrp="1"/>
          </p:cNvSpPr>
          <p:nvPr>
            <p:ph type="dt" sz="half" idx="10"/>
          </p:nvPr>
        </p:nvSpPr>
        <p:spPr/>
        <p:txBody>
          <a:bodyPr/>
          <a:lstStyle/>
          <a:p>
            <a:fld id="{12EA73D4-5DD1-4391-9968-3F85A1CBA1AE}" type="datetimeFigureOut">
              <a:rPr lang="en-LS" smtClean="0"/>
              <a:t>23/03/2026</a:t>
            </a:fld>
            <a:endParaRPr lang="en-LS"/>
          </a:p>
        </p:txBody>
      </p:sp>
      <p:sp>
        <p:nvSpPr>
          <p:cNvPr id="5" name="Footer Placeholder 4">
            <a:extLst>
              <a:ext uri="{FF2B5EF4-FFF2-40B4-BE49-F238E27FC236}">
                <a16:creationId xmlns:a16="http://schemas.microsoft.com/office/drawing/2014/main" id="{40CDA0A9-D3D8-1AD0-336B-F89E570D2ACD}"/>
              </a:ext>
            </a:extLst>
          </p:cNvPr>
          <p:cNvSpPr>
            <a:spLocks noGrp="1"/>
          </p:cNvSpPr>
          <p:nvPr>
            <p:ph type="ftr" sz="quarter" idx="11"/>
          </p:nvPr>
        </p:nvSpPr>
        <p:spPr/>
        <p:txBody>
          <a:bodyPr/>
          <a:lstStyle/>
          <a:p>
            <a:endParaRPr lang="en-LS"/>
          </a:p>
        </p:txBody>
      </p:sp>
      <p:sp>
        <p:nvSpPr>
          <p:cNvPr id="6" name="Slide Number Placeholder 5">
            <a:extLst>
              <a:ext uri="{FF2B5EF4-FFF2-40B4-BE49-F238E27FC236}">
                <a16:creationId xmlns:a16="http://schemas.microsoft.com/office/drawing/2014/main" id="{05F798B4-90E6-F2F3-C10E-8F63EB695F01}"/>
              </a:ext>
            </a:extLst>
          </p:cNvPr>
          <p:cNvSpPr>
            <a:spLocks noGrp="1"/>
          </p:cNvSpPr>
          <p:nvPr>
            <p:ph type="sldNum" sz="quarter" idx="12"/>
          </p:nvPr>
        </p:nvSpPr>
        <p:spPr/>
        <p:txBody>
          <a:bodyPr/>
          <a:lstStyle/>
          <a:p>
            <a:fld id="{2BEC3AD5-030F-48CB-94CD-3A4DACA13439}" type="slidenum">
              <a:rPr lang="en-LS" smtClean="0"/>
              <a:t>‹#›</a:t>
            </a:fld>
            <a:endParaRPr lang="en-LS"/>
          </a:p>
        </p:txBody>
      </p:sp>
    </p:spTree>
    <p:extLst>
      <p:ext uri="{BB962C8B-B14F-4D97-AF65-F5344CB8AC3E}">
        <p14:creationId xmlns:p14="http://schemas.microsoft.com/office/powerpoint/2010/main" val="27344186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FA37740-387C-E7C6-0E9F-0A280960B43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LS"/>
          </a:p>
        </p:txBody>
      </p:sp>
      <p:sp>
        <p:nvSpPr>
          <p:cNvPr id="3" name="Vertical Text Placeholder 2">
            <a:extLst>
              <a:ext uri="{FF2B5EF4-FFF2-40B4-BE49-F238E27FC236}">
                <a16:creationId xmlns:a16="http://schemas.microsoft.com/office/drawing/2014/main" id="{CC2B1100-EBB2-AA73-BD21-83934971983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S"/>
          </a:p>
        </p:txBody>
      </p:sp>
      <p:sp>
        <p:nvSpPr>
          <p:cNvPr id="4" name="Date Placeholder 3">
            <a:extLst>
              <a:ext uri="{FF2B5EF4-FFF2-40B4-BE49-F238E27FC236}">
                <a16:creationId xmlns:a16="http://schemas.microsoft.com/office/drawing/2014/main" id="{943E2E0B-BC8C-588C-52E5-35101D6BF3D8}"/>
              </a:ext>
            </a:extLst>
          </p:cNvPr>
          <p:cNvSpPr>
            <a:spLocks noGrp="1"/>
          </p:cNvSpPr>
          <p:nvPr>
            <p:ph type="dt" sz="half" idx="10"/>
          </p:nvPr>
        </p:nvSpPr>
        <p:spPr/>
        <p:txBody>
          <a:bodyPr/>
          <a:lstStyle/>
          <a:p>
            <a:fld id="{12EA73D4-5DD1-4391-9968-3F85A1CBA1AE}" type="datetimeFigureOut">
              <a:rPr lang="en-LS" smtClean="0"/>
              <a:t>23/03/2026</a:t>
            </a:fld>
            <a:endParaRPr lang="en-LS"/>
          </a:p>
        </p:txBody>
      </p:sp>
      <p:sp>
        <p:nvSpPr>
          <p:cNvPr id="5" name="Footer Placeholder 4">
            <a:extLst>
              <a:ext uri="{FF2B5EF4-FFF2-40B4-BE49-F238E27FC236}">
                <a16:creationId xmlns:a16="http://schemas.microsoft.com/office/drawing/2014/main" id="{075BE39D-28BD-66F6-4CEC-75C6DF8912E9}"/>
              </a:ext>
            </a:extLst>
          </p:cNvPr>
          <p:cNvSpPr>
            <a:spLocks noGrp="1"/>
          </p:cNvSpPr>
          <p:nvPr>
            <p:ph type="ftr" sz="quarter" idx="11"/>
          </p:nvPr>
        </p:nvSpPr>
        <p:spPr/>
        <p:txBody>
          <a:bodyPr/>
          <a:lstStyle/>
          <a:p>
            <a:endParaRPr lang="en-LS"/>
          </a:p>
        </p:txBody>
      </p:sp>
      <p:sp>
        <p:nvSpPr>
          <p:cNvPr id="6" name="Slide Number Placeholder 5">
            <a:extLst>
              <a:ext uri="{FF2B5EF4-FFF2-40B4-BE49-F238E27FC236}">
                <a16:creationId xmlns:a16="http://schemas.microsoft.com/office/drawing/2014/main" id="{9A3B9BA4-184C-6722-855D-913FC2194BCF}"/>
              </a:ext>
            </a:extLst>
          </p:cNvPr>
          <p:cNvSpPr>
            <a:spLocks noGrp="1"/>
          </p:cNvSpPr>
          <p:nvPr>
            <p:ph type="sldNum" sz="quarter" idx="12"/>
          </p:nvPr>
        </p:nvSpPr>
        <p:spPr/>
        <p:txBody>
          <a:bodyPr/>
          <a:lstStyle/>
          <a:p>
            <a:fld id="{2BEC3AD5-030F-48CB-94CD-3A4DACA13439}" type="slidenum">
              <a:rPr lang="en-LS" smtClean="0"/>
              <a:t>‹#›</a:t>
            </a:fld>
            <a:endParaRPr lang="en-LS"/>
          </a:p>
        </p:txBody>
      </p:sp>
    </p:spTree>
    <p:extLst>
      <p:ext uri="{BB962C8B-B14F-4D97-AF65-F5344CB8AC3E}">
        <p14:creationId xmlns:p14="http://schemas.microsoft.com/office/powerpoint/2010/main" val="42816444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CF162D-654F-A8BE-3237-721E38EFFC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LS"/>
          </a:p>
        </p:txBody>
      </p:sp>
      <p:sp>
        <p:nvSpPr>
          <p:cNvPr id="3" name="Text Placeholder 2">
            <a:extLst>
              <a:ext uri="{FF2B5EF4-FFF2-40B4-BE49-F238E27FC236}">
                <a16:creationId xmlns:a16="http://schemas.microsoft.com/office/drawing/2014/main" id="{3956C250-2CCD-1134-74FE-07CE8DDA93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S"/>
          </a:p>
        </p:txBody>
      </p:sp>
      <p:sp>
        <p:nvSpPr>
          <p:cNvPr id="4" name="Date Placeholder 3">
            <a:extLst>
              <a:ext uri="{FF2B5EF4-FFF2-40B4-BE49-F238E27FC236}">
                <a16:creationId xmlns:a16="http://schemas.microsoft.com/office/drawing/2014/main" id="{EBA1BA23-8BCE-6939-A64F-442E9215060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2EA73D4-5DD1-4391-9968-3F85A1CBA1AE}" type="datetimeFigureOut">
              <a:rPr lang="en-LS" smtClean="0"/>
              <a:t>23/03/2026</a:t>
            </a:fld>
            <a:endParaRPr lang="en-LS"/>
          </a:p>
        </p:txBody>
      </p:sp>
      <p:sp>
        <p:nvSpPr>
          <p:cNvPr id="5" name="Footer Placeholder 4">
            <a:extLst>
              <a:ext uri="{FF2B5EF4-FFF2-40B4-BE49-F238E27FC236}">
                <a16:creationId xmlns:a16="http://schemas.microsoft.com/office/drawing/2014/main" id="{8CE0D327-3BF3-9786-D07B-69F5A5E587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LS"/>
          </a:p>
        </p:txBody>
      </p:sp>
      <p:sp>
        <p:nvSpPr>
          <p:cNvPr id="6" name="Slide Number Placeholder 5">
            <a:extLst>
              <a:ext uri="{FF2B5EF4-FFF2-40B4-BE49-F238E27FC236}">
                <a16:creationId xmlns:a16="http://schemas.microsoft.com/office/drawing/2014/main" id="{179A09E8-F96F-8C48-7780-8C939357BD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BEC3AD5-030F-48CB-94CD-3A4DACA13439}" type="slidenum">
              <a:rPr lang="en-LS" smtClean="0"/>
              <a:t>‹#›</a:t>
            </a:fld>
            <a:endParaRPr lang="en-LS"/>
          </a:p>
        </p:txBody>
      </p:sp>
    </p:spTree>
    <p:extLst>
      <p:ext uri="{BB962C8B-B14F-4D97-AF65-F5344CB8AC3E}">
        <p14:creationId xmlns:p14="http://schemas.microsoft.com/office/powerpoint/2010/main" val="33985720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L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43A31-816F-A8B8-142C-8AEE036691A7}"/>
              </a:ext>
            </a:extLst>
          </p:cNvPr>
          <p:cNvSpPr>
            <a:spLocks noGrp="1"/>
          </p:cNvSpPr>
          <p:nvPr>
            <p:ph type="ctrTitle"/>
          </p:nvPr>
        </p:nvSpPr>
        <p:spPr/>
        <p:txBody>
          <a:bodyPr/>
          <a:lstStyle/>
          <a:p>
            <a:r>
              <a:rPr lang="en-US"/>
              <a:t>Justice Case Management System</a:t>
            </a:r>
            <a:endParaRPr lang="en-LS"/>
          </a:p>
        </p:txBody>
      </p:sp>
      <p:sp>
        <p:nvSpPr>
          <p:cNvPr id="3" name="Subtitle 2">
            <a:extLst>
              <a:ext uri="{FF2B5EF4-FFF2-40B4-BE49-F238E27FC236}">
                <a16:creationId xmlns:a16="http://schemas.microsoft.com/office/drawing/2014/main" id="{9C19C0D5-56F2-5D9B-2427-7BF109C90E76}"/>
              </a:ext>
            </a:extLst>
          </p:cNvPr>
          <p:cNvSpPr>
            <a:spLocks noGrp="1"/>
          </p:cNvSpPr>
          <p:nvPr>
            <p:ph type="subTitle" idx="1"/>
          </p:nvPr>
        </p:nvSpPr>
        <p:spPr/>
        <p:txBody>
          <a:bodyPr/>
          <a:lstStyle/>
          <a:p>
            <a:r>
              <a:rPr lang="en-US"/>
              <a:t>With Next.js, Node.js, TiDB, and Blockchain`r`n`r`nThis presentation is divided by technology so that each team member explains one clear part of the system.`r`n`r`nNext.js | Node.js | TiDB | Blockchain</a:t>
            </a:r>
            <a:endParaRPr lang="en-LS"/>
          </a:p>
        </p:txBody>
      </p:sp>
    </p:spTree>
    <p:extLst>
      <p:ext uri="{BB962C8B-B14F-4D97-AF65-F5344CB8AC3E}">
        <p14:creationId xmlns:p14="http://schemas.microsoft.com/office/powerpoint/2010/main" val="12340712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029B0-2B6D-1879-183B-7E9AAE090022}"/>
              </a:ext>
            </a:extLst>
          </p:cNvPr>
          <p:cNvSpPr>
            <a:spLocks noGrp="1"/>
          </p:cNvSpPr>
          <p:nvPr>
            <p:ph type="ctrTitle"/>
          </p:nvPr>
        </p:nvSpPr>
        <p:spPr/>
        <p:txBody>
          <a:bodyPr/>
          <a:lstStyle/>
          <a:p>
            <a:r>
              <a:rPr lang="en-US"/>
              <a:t>Problem Statement</a:t>
            </a:r>
            <a:endParaRPr lang="en-LS"/>
          </a:p>
        </p:txBody>
      </p:sp>
      <p:sp>
        <p:nvSpPr>
          <p:cNvPr id="3" name="Subtitle 2">
            <a:extLst>
              <a:ext uri="{FF2B5EF4-FFF2-40B4-BE49-F238E27FC236}">
                <a16:creationId xmlns:a16="http://schemas.microsoft.com/office/drawing/2014/main" id="{E13E7E93-6E70-A442-6B9E-AF9F005537B6}"/>
              </a:ext>
            </a:extLst>
          </p:cNvPr>
          <p:cNvSpPr>
            <a:spLocks noGrp="1"/>
          </p:cNvSpPr>
          <p:nvPr>
            <p:ph type="subTitle" idx="1"/>
          </p:nvPr>
        </p:nvSpPr>
        <p:spPr/>
        <p:txBody>
          <a:bodyPr>
            <a:normAutofit fontScale="92500"/>
          </a:bodyPr>
          <a:lstStyle/>
          <a:p>
            <a:r>
              <a:rPr lang="en-US"/>
              <a:t>Manual or weakly protected justice case systems make it difficult to manage records, track workflow changes, and prove that sensitive case data has not been tampered with.`r`n`r`nOperational challenge: records move through many workflow stages.`r`nIntegrity challenge: important changes must be traceable and verifiable.</a:t>
            </a:r>
            <a:endParaRPr lang="en-LS"/>
          </a:p>
        </p:txBody>
      </p:sp>
    </p:spTree>
    <p:extLst>
      <p:ext uri="{BB962C8B-B14F-4D97-AF65-F5344CB8AC3E}">
        <p14:creationId xmlns:p14="http://schemas.microsoft.com/office/powerpoint/2010/main" val="3605911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BFC20-17BF-E727-18C4-E90A8C443D2C}"/>
              </a:ext>
            </a:extLst>
          </p:cNvPr>
          <p:cNvSpPr>
            <a:spLocks noGrp="1"/>
          </p:cNvSpPr>
          <p:nvPr>
            <p:ph type="ctrTitle"/>
          </p:nvPr>
        </p:nvSpPr>
        <p:spPr/>
        <p:txBody>
          <a:bodyPr/>
          <a:lstStyle/>
          <a:p>
            <a:r>
              <a:rPr lang="en-US"/>
              <a:t>SMART Objective</a:t>
            </a:r>
            <a:endParaRPr lang="en-LS"/>
          </a:p>
        </p:txBody>
      </p:sp>
      <p:sp>
        <p:nvSpPr>
          <p:cNvPr id="3" name="Subtitle 2">
            <a:extLst>
              <a:ext uri="{FF2B5EF4-FFF2-40B4-BE49-F238E27FC236}">
                <a16:creationId xmlns:a16="http://schemas.microsoft.com/office/drawing/2014/main" id="{2C978FA1-2FB9-713A-7B1D-634511F12EE4}"/>
              </a:ext>
            </a:extLst>
          </p:cNvPr>
          <p:cNvSpPr>
            <a:spLocks noGrp="1"/>
          </p:cNvSpPr>
          <p:nvPr>
            <p:ph type="subTitle" idx="1"/>
          </p:nvPr>
        </p:nvSpPr>
        <p:spPr/>
        <p:txBody>
          <a:bodyPr/>
          <a:lstStyle/>
          <a:p>
            <a:r>
              <a:rPr lang="en-US"/>
              <a:t>To build a justice case management system that allows users to capture, process, store, and verify case records using Next.js, Node.js, TiDB, and blockchain, with traceable workflow actions and integrity checks during the project demonstration period.</a:t>
            </a:r>
            <a:endParaRPr lang="en-LS"/>
          </a:p>
        </p:txBody>
      </p:sp>
    </p:spTree>
    <p:extLst>
      <p:ext uri="{BB962C8B-B14F-4D97-AF65-F5344CB8AC3E}">
        <p14:creationId xmlns:p14="http://schemas.microsoft.com/office/powerpoint/2010/main" val="16598237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3690B-D6A2-84FA-42A4-9EE6E5C20DFA}"/>
              </a:ext>
            </a:extLst>
          </p:cNvPr>
          <p:cNvSpPr>
            <a:spLocks noGrp="1"/>
          </p:cNvSpPr>
          <p:nvPr>
            <p:ph type="ctrTitle"/>
          </p:nvPr>
        </p:nvSpPr>
        <p:spPr/>
        <p:txBody>
          <a:bodyPr/>
          <a:lstStyle/>
          <a:p>
            <a:r>
              <a:rPr lang="en-US"/>
              <a:t>Best Team Order</a:t>
            </a:r>
            <a:endParaRPr lang="en-LS"/>
          </a:p>
        </p:txBody>
      </p:sp>
      <p:sp>
        <p:nvSpPr>
          <p:cNvPr id="3" name="Subtitle 2">
            <a:extLst>
              <a:ext uri="{FF2B5EF4-FFF2-40B4-BE49-F238E27FC236}">
                <a16:creationId xmlns:a16="http://schemas.microsoft.com/office/drawing/2014/main" id="{20133397-87CE-D9BB-7343-D9F127A2FFCE}"/>
              </a:ext>
            </a:extLst>
          </p:cNvPr>
          <p:cNvSpPr>
            <a:spLocks noGrp="1"/>
          </p:cNvSpPr>
          <p:nvPr>
            <p:ph type="subTitle" idx="1"/>
          </p:nvPr>
        </p:nvSpPr>
        <p:spPr/>
        <p:txBody>
          <a:bodyPr>
            <a:normAutofit lnSpcReduction="10000"/>
          </a:bodyPr>
          <a:lstStyle/>
          <a:p>
            <a:r>
              <a:rPr lang="en-US"/>
              <a:t>1. Next.js`r`n2. Node.js`r`n3. TiDB`r`n4. Blockchain`r`n`r`nReason: user interface -&gt; backend logic -&gt; database storage -&gt; integrity verification`r`n`r`nCombined line: Next.js handles the interface, Node.js handles the logic, TiDB stores the full data, and blockchain provides proof of integrity.</a:t>
            </a:r>
            <a:endParaRPr lang="en-LS"/>
          </a:p>
        </p:txBody>
      </p:sp>
    </p:spTree>
    <p:extLst>
      <p:ext uri="{BB962C8B-B14F-4D97-AF65-F5344CB8AC3E}">
        <p14:creationId xmlns:p14="http://schemas.microsoft.com/office/powerpoint/2010/main" val="3451949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38376-656B-4DA4-024A-D01AEED7CD1A}"/>
              </a:ext>
            </a:extLst>
          </p:cNvPr>
          <p:cNvSpPr>
            <a:spLocks noGrp="1"/>
          </p:cNvSpPr>
          <p:nvPr>
            <p:ph type="ctrTitle"/>
          </p:nvPr>
        </p:nvSpPr>
        <p:spPr/>
        <p:txBody>
          <a:bodyPr/>
          <a:lstStyle/>
          <a:p>
            <a:r>
              <a:rPr lang="en-US"/>
              <a:t>User 1 - Next.js</a:t>
            </a:r>
            <a:endParaRPr lang="en-LS"/>
          </a:p>
        </p:txBody>
      </p:sp>
      <p:sp>
        <p:nvSpPr>
          <p:cNvPr id="3" name="Subtitle 2">
            <a:extLst>
              <a:ext uri="{FF2B5EF4-FFF2-40B4-BE49-F238E27FC236}">
                <a16:creationId xmlns:a16="http://schemas.microsoft.com/office/drawing/2014/main" id="{F877696D-516D-42A8-9C74-96D69D1A2E0B}"/>
              </a:ext>
            </a:extLst>
          </p:cNvPr>
          <p:cNvSpPr>
            <a:spLocks noGrp="1"/>
          </p:cNvSpPr>
          <p:nvPr>
            <p:ph type="subTitle" idx="1"/>
          </p:nvPr>
        </p:nvSpPr>
        <p:spPr/>
        <p:txBody>
          <a:bodyPr>
            <a:normAutofit fontScale="85000" lnSpcReduction="10000"/>
          </a:bodyPr>
          <a:lstStyle/>
          <a:p>
            <a:r>
              <a:rPr lang="en-US"/>
              <a:t>Part: Frontend pages, API routes, user interaction, form submission flow.`r`n`r`nFiles:`r`n- app/police/new-case/page.tsx`r`n- app/api/auth/login/route.ts`r`n- app/api/cases/route.ts`r`n- app/api/blockchain/anchor/route.ts`r`n`r`nFunctions: buildCasePayload(), POST() login, GET()/POST() cases, POST() blockchain anchor.`r`n`r`nSay: My part is Next.js. It handles the user interface and the API routes.</a:t>
            </a:r>
            <a:endParaRPr lang="en-LS"/>
          </a:p>
        </p:txBody>
      </p:sp>
    </p:spTree>
    <p:extLst>
      <p:ext uri="{BB962C8B-B14F-4D97-AF65-F5344CB8AC3E}">
        <p14:creationId xmlns:p14="http://schemas.microsoft.com/office/powerpoint/2010/main" val="27653811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CE99A-BFC9-9E68-1F67-86086EFD6AB9}"/>
              </a:ext>
            </a:extLst>
          </p:cNvPr>
          <p:cNvSpPr>
            <a:spLocks noGrp="1"/>
          </p:cNvSpPr>
          <p:nvPr>
            <p:ph type="ctrTitle"/>
          </p:nvPr>
        </p:nvSpPr>
        <p:spPr/>
        <p:txBody>
          <a:bodyPr/>
          <a:lstStyle/>
          <a:p>
            <a:r>
              <a:rPr lang="en-US"/>
              <a:t>User 2 - Node.js</a:t>
            </a:r>
            <a:endParaRPr lang="en-LS"/>
          </a:p>
        </p:txBody>
      </p:sp>
      <p:sp>
        <p:nvSpPr>
          <p:cNvPr id="3" name="Subtitle 2">
            <a:extLst>
              <a:ext uri="{FF2B5EF4-FFF2-40B4-BE49-F238E27FC236}">
                <a16:creationId xmlns:a16="http://schemas.microsoft.com/office/drawing/2014/main" id="{1217D52B-1214-ED5F-5296-11D874582A15}"/>
              </a:ext>
            </a:extLst>
          </p:cNvPr>
          <p:cNvSpPr>
            <a:spLocks noGrp="1"/>
          </p:cNvSpPr>
          <p:nvPr>
            <p:ph type="subTitle" idx="1"/>
          </p:nvPr>
        </p:nvSpPr>
        <p:spPr/>
        <p:txBody>
          <a:bodyPr>
            <a:normAutofit fontScale="92500" lnSpcReduction="20000"/>
          </a:bodyPr>
          <a:lstStyle/>
          <a:p>
            <a:r>
              <a:rPr lang="en-US"/>
              <a:t>Part: Backend logic, authentication handling, workflow processing, case management.`r`n`r`nFiles:`r`n- lib/server/cases.ts`r`n- lib/server/auth-session.ts`r`n- lib/server/users.ts`r`n`r`nFunctions: parseSessionValue(), getSessionUserFromRequest(), listCases(), createAndSubmitCase(), checkpointPoliceCaseStep().`r`n`r`nSay: My part is Node.js. It handles the server-side logic behind the scenes.</a:t>
            </a:r>
            <a:endParaRPr lang="en-LS"/>
          </a:p>
        </p:txBody>
      </p:sp>
    </p:spTree>
    <p:extLst>
      <p:ext uri="{BB962C8B-B14F-4D97-AF65-F5344CB8AC3E}">
        <p14:creationId xmlns:p14="http://schemas.microsoft.com/office/powerpoint/2010/main" val="7324282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17E01-1E42-3FF2-DECC-39735480A70F}"/>
              </a:ext>
            </a:extLst>
          </p:cNvPr>
          <p:cNvSpPr>
            <a:spLocks noGrp="1"/>
          </p:cNvSpPr>
          <p:nvPr>
            <p:ph type="ctrTitle"/>
          </p:nvPr>
        </p:nvSpPr>
        <p:spPr/>
        <p:txBody>
          <a:bodyPr/>
          <a:lstStyle/>
          <a:p>
            <a:r>
              <a:rPr lang="en-US"/>
              <a:t>User 3 - TiDB</a:t>
            </a:r>
            <a:endParaRPr lang="en-LS"/>
          </a:p>
        </p:txBody>
      </p:sp>
      <p:sp>
        <p:nvSpPr>
          <p:cNvPr id="3" name="Subtitle 2">
            <a:extLst>
              <a:ext uri="{FF2B5EF4-FFF2-40B4-BE49-F238E27FC236}">
                <a16:creationId xmlns:a16="http://schemas.microsoft.com/office/drawing/2014/main" id="{E2FCBF10-44F1-7007-61C6-5E4F35F3EAF2}"/>
              </a:ext>
            </a:extLst>
          </p:cNvPr>
          <p:cNvSpPr>
            <a:spLocks noGrp="1"/>
          </p:cNvSpPr>
          <p:nvPr>
            <p:ph type="subTitle" idx="1"/>
          </p:nvPr>
        </p:nvSpPr>
        <p:spPr/>
        <p:txBody>
          <a:bodyPr>
            <a:normAutofit lnSpcReduction="10000"/>
          </a:bodyPr>
          <a:lstStyle/>
          <a:p>
            <a:r>
              <a:rPr lang="en-US"/>
              <a:t>Part: Database storage, secure connection, structured records, SQL management.`r`n`r`nFiles:`r`n- lib/db.ts`r`n- db/offchain.sql`r`n- lib/db/tidb.ts`r`n`r`nFunctions: getDbPool(), readCaIfProvided(), toBool().`r`n`r`nStrong line: TiDB stores the full business record.</a:t>
            </a:r>
            <a:endParaRPr lang="en-LS"/>
          </a:p>
        </p:txBody>
      </p:sp>
    </p:spTree>
    <p:extLst>
      <p:ext uri="{BB962C8B-B14F-4D97-AF65-F5344CB8AC3E}">
        <p14:creationId xmlns:p14="http://schemas.microsoft.com/office/powerpoint/2010/main" val="34059062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6C100-0810-B355-6FCE-76BF1FD2D264}"/>
              </a:ext>
            </a:extLst>
          </p:cNvPr>
          <p:cNvSpPr>
            <a:spLocks noGrp="1"/>
          </p:cNvSpPr>
          <p:nvPr>
            <p:ph type="ctrTitle"/>
          </p:nvPr>
        </p:nvSpPr>
        <p:spPr/>
        <p:txBody>
          <a:bodyPr/>
          <a:lstStyle/>
          <a:p>
            <a:r>
              <a:rPr lang="en-US"/>
              <a:t>User 4 - Blockchain</a:t>
            </a:r>
            <a:endParaRPr lang="en-LS"/>
          </a:p>
        </p:txBody>
      </p:sp>
      <p:sp>
        <p:nvSpPr>
          <p:cNvPr id="3" name="Subtitle 2">
            <a:extLst>
              <a:ext uri="{FF2B5EF4-FFF2-40B4-BE49-F238E27FC236}">
                <a16:creationId xmlns:a16="http://schemas.microsoft.com/office/drawing/2014/main" id="{89F981D3-F160-15CE-D448-5CC5383FB43A}"/>
              </a:ext>
            </a:extLst>
          </p:cNvPr>
          <p:cNvSpPr>
            <a:spLocks noGrp="1"/>
          </p:cNvSpPr>
          <p:nvPr>
            <p:ph type="subTitle" idx="1"/>
          </p:nvPr>
        </p:nvSpPr>
        <p:spPr/>
        <p:txBody>
          <a:bodyPr>
            <a:normAutofit fontScale="85000" lnSpcReduction="10000"/>
          </a:bodyPr>
          <a:lstStyle/>
          <a:p>
            <a:r>
              <a:rPr lang="en-US"/>
              <a:t>Part: Integrity verification, hash generation, smart contract interaction, tamper evidence.`r`n`r`nFiles:`r`n- lib/blockchain/case-anchor.ts`r`n- chain/contracts/CaseAnchor.sol`r`n- app/api/blockchain/anchor/route.ts`r`n- lib/blockchain.ts`r`n`r`nFunctions: getContract(), makeCaseHash(), anchorCaseOnChain().`r`n`r`nStrong line: Blockchain stores proof of integrity and critical action history.</a:t>
            </a:r>
            <a:endParaRPr lang="en-LS"/>
          </a:p>
        </p:txBody>
      </p:sp>
    </p:spTree>
    <p:extLst>
      <p:ext uri="{BB962C8B-B14F-4D97-AF65-F5344CB8AC3E}">
        <p14:creationId xmlns:p14="http://schemas.microsoft.com/office/powerpoint/2010/main" val="17157636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95273-C85F-3B30-ED3B-5F45724719AF}"/>
              </a:ext>
            </a:extLst>
          </p:cNvPr>
          <p:cNvSpPr>
            <a:spLocks noGrp="1"/>
          </p:cNvSpPr>
          <p:nvPr>
            <p:ph type="ctrTitle"/>
          </p:nvPr>
        </p:nvSpPr>
        <p:spPr/>
        <p:txBody>
          <a:bodyPr/>
          <a:lstStyle/>
          <a:p>
            <a:r>
              <a:rPr lang="en-US"/>
              <a:t>Closing</a:t>
            </a:r>
            <a:endParaRPr lang="en-LS"/>
          </a:p>
        </p:txBody>
      </p:sp>
      <p:sp>
        <p:nvSpPr>
          <p:cNvPr id="3" name="Subtitle 2">
            <a:extLst>
              <a:ext uri="{FF2B5EF4-FFF2-40B4-BE49-F238E27FC236}">
                <a16:creationId xmlns:a16="http://schemas.microsoft.com/office/drawing/2014/main" id="{9BA982B4-66AD-C956-6CB1-4E6493FA7415}"/>
              </a:ext>
            </a:extLst>
          </p:cNvPr>
          <p:cNvSpPr>
            <a:spLocks noGrp="1"/>
          </p:cNvSpPr>
          <p:nvPr>
            <p:ph type="subTitle" idx="1"/>
          </p:nvPr>
        </p:nvSpPr>
        <p:spPr/>
        <p:txBody>
          <a:bodyPr>
            <a:normAutofit lnSpcReduction="10000"/>
          </a:bodyPr>
          <a:lstStyle/>
          <a:p>
            <a:r>
              <a:rPr lang="en-US"/>
              <a:t>Final important sentence:`r`nThe database stores the full business record, while blockchain stores proof of integrity and critical action history.`r`n`r`nShort closing:`r`nThis system combines usability, backend control, structured storage, and tamper evidence in one platform.</a:t>
            </a:r>
            <a:endParaRPr lang="en-LS"/>
          </a:p>
        </p:txBody>
      </p:sp>
    </p:spTree>
    <p:extLst>
      <p:ext uri="{BB962C8B-B14F-4D97-AF65-F5344CB8AC3E}">
        <p14:creationId xmlns:p14="http://schemas.microsoft.com/office/powerpoint/2010/main" val="16389758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740</Words>
  <Application>Microsoft Office PowerPoint</Application>
  <PresentationFormat>Widescreen</PresentationFormat>
  <Paragraphs>18</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Justice Case Management System</vt:lpstr>
      <vt:lpstr>Problem Statement</vt:lpstr>
      <vt:lpstr>SMART Objective</vt:lpstr>
      <vt:lpstr>Best Team Order</vt:lpstr>
      <vt:lpstr>User 1 - Next.js</vt:lpstr>
      <vt:lpstr>User 2 - Node.js</vt:lpstr>
      <vt:lpstr>User 3 - TiDB</vt:lpstr>
      <vt:lpstr>User 4 - Blockchain</vt:lpstr>
      <vt:lpstr>Closing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Bokang Kobo</dc:creator>
  <cp:lastModifiedBy>Bokang Kobo</cp:lastModifiedBy>
  <cp:revision>1</cp:revision>
  <dcterms:created xsi:type="dcterms:W3CDTF">2026-03-23T14:59:11Z</dcterms:created>
  <dcterms:modified xsi:type="dcterms:W3CDTF">2026-03-23T14:59:11Z</dcterms:modified>
</cp:coreProperties>
</file>